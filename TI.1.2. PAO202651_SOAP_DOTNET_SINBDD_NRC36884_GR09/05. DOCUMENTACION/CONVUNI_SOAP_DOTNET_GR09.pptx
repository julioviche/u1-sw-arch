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53.png"/><Relationship Id="rId4" Type="http://schemas.openxmlformats.org/officeDocument/2006/relationships/image" Target="../media/ppt_img_4_1_image54.png"/><Relationship Id="rId5" Type="http://schemas.openxmlformats.org/officeDocument/2006/relationships/image" Target="../media/ppt_img_4_2_image5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56.png"/><Relationship Id="rId4" Type="http://schemas.openxmlformats.org/officeDocument/2006/relationships/image" Target="../media/ppt_img_5_1_image5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5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5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64.png"/><Relationship Id="rId4" Type="http://schemas.openxmlformats.org/officeDocument/2006/relationships/image" Target="../media/ppt_img_8_1_image65.png"/><Relationship Id="rId5" Type="http://schemas.openxmlformats.org/officeDocument/2006/relationships/image" Target="../media/ppt_img_8_2_image66.png"/><Relationship Id="rId6" Type="http://schemas.openxmlformats.org/officeDocument/2006/relationships/image" Target="../media/ppt_img_8_3_image67.png"/><Relationship Id="rId7" Type="http://schemas.openxmlformats.org/officeDocument/2006/relationships/image" Target="../media/ppt_img_8_4_image6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68.png"/><Relationship Id="rId4" Type="http://schemas.openxmlformats.org/officeDocument/2006/relationships/image" Target="../media/ppt_img_9_1_image6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70.png"/><Relationship Id="rId4" Type="http://schemas.openxmlformats.org/officeDocument/2006/relationships/image" Target="../media/ppt_img_10_1_image7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7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116.png"/><Relationship Id="rId4" Type="http://schemas.openxmlformats.org/officeDocument/2006/relationships/image" Target="../media/ppt_img_12_1_image117.png"/><Relationship Id="rId5" Type="http://schemas.openxmlformats.org/officeDocument/2006/relationships/image" Target="../media/ppt_img_12_2_image118.png"/><Relationship Id="rId6" Type="http://schemas.openxmlformats.org/officeDocument/2006/relationships/image" Target="../media/ppt_img_12_3_image1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7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78.png"/><Relationship Id="rId4" Type="http://schemas.openxmlformats.org/officeDocument/2006/relationships/image" Target="../media/ppt_img_14_1_image79.png"/><Relationship Id="rId5" Type="http://schemas.openxmlformats.org/officeDocument/2006/relationships/image" Target="../media/ppt_img_14_2_image80.png"/><Relationship Id="rId6" Type="http://schemas.openxmlformats.org/officeDocument/2006/relationships/image" Target="../media/ppt_img_14_3_image8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8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1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1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100.png"/><Relationship Id="rId4" Type="http://schemas.openxmlformats.org/officeDocument/2006/relationships/image" Target="../media/ppt_img_18_1_image10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102.png"/><Relationship Id="rId4" Type="http://schemas.openxmlformats.org/officeDocument/2006/relationships/image" Target="../media/ppt_img_19_1_image10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10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1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1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1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112.png"/><Relationship Id="rId4" Type="http://schemas.openxmlformats.org/officeDocument/2006/relationships/image" Target="../media/ppt_img_24_1_image113.png"/><Relationship Id="rId5" Type="http://schemas.openxmlformats.org/officeDocument/2006/relationships/image" Target="../media/ppt_img_24_2_image1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1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114.png"/><Relationship Id="rId4" Type="http://schemas.openxmlformats.org/officeDocument/2006/relationships/image" Target="../media/ppt_img_26_1_image1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7_0_image130.png"/><Relationship Id="rId4" Type="http://schemas.openxmlformats.org/officeDocument/2006/relationships/image" Target="../media/ppt_img_27_1_image1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8_0_image131.png"/><Relationship Id="rId4" Type="http://schemas.openxmlformats.org/officeDocument/2006/relationships/image" Target="../media/ppt_img_28_1_image1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.NET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 Sistema .NET 10/C# 14: servidor ASP.NET Core 10/Kestrel con SOAP 1.1/XML en TCP 8733; clientes .NET de consola, WPF, web y Android MAUI. El móvil usa XAML y HttpClient, sin campo de URL. Login MONSTER/MONSTER9; datos en memoria (SINBDD).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 Servidor C# 14/.NET 10 con ASP.NET Core 10 y Kestrel. ManejadorSOAP procesa SOAP 1.1/XML y genera WSDL. Escucha en TCP 8733. Compila con dotnet build.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dotnet build.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5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5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5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5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5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 ASP.NET Core inicia Kestrel y enruta las solicitudes a ManejadorSOAP, que procesa SOAP 1.1 y delega autenticación y conversiones. Escucha en el puerto 8733; los datos permanecen en memoria.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ASP.NET Core inicia Kestrel y enruta las solicitudes a ManejadorSOAP, que procesa SOAP 1.1 y delega autenticación y conversiones. Escucha en el puerto 8733.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5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 Program.cs configura Kestrel y publica ManejadorSOAP en las rutas de autenticación y conversión del puerto 8733. Mantén el servidor activo mientras se ejecutan los clientes .NET.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Program.cs configura Kestrel y publica ManejadorSOAP en las rutas de autenticación y conversión del puerto 8733.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.NET / C#.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5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6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6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66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67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64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 Cliente de consola C#/.NET 10. Consume SOAP 1.1/XML por HTTP y separa modelo, vista y controlador; inicia con autenticación.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6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6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7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7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7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1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1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118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119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CLIENTE DE ESCRITORIO Cliente C#/.NET 10 para Windows, implementado con WPF. Consume SOAP/XML por HTTP mediante MVC.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7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pic>
        <p:nvPicPr>
          <p:cNvPr id="303" name="image7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7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80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81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8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121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12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731520" y="2103120"/>
            <a:ext cx="4754880" cy="425436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CLIENTE WEB Cliente web C#/.NET 10 con ASP.NET Core. Consume los endpoints SOAP por HTTP para autenticación y conversión.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/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10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10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10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10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10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12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1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88720" y="2286000"/>
            <a:ext cx="3840480" cy="399723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1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251960" y="2286000"/>
            <a:ext cx="4343400" cy="38290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 Cliente Android .NET MAUI 10, C# 14, XAML, HttpClient, net10.0-android y API mínima 21. Envía SOAP 1.1/XML al servidor ASP.NET Core. Hotspot: 192.168.137.1:8733; emulador: 10.0.2.2:8733.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11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11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114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MAUI: páginas XAML, lógica C# y SoapClient.cs. El flujo móvil implementa autenticación y conversión.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1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SoapClient.cs usa HttpClient y XML para enviar solicitudes SOAP 1.1 y procesar respuestas.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C# coordina unidades, valida datos y solicita la conversión SOAP.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11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42900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1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LoginPage solicita MONSTER / MONSTER9 y continúa al conversor tras autenticarse.</a:t>
            </a: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MainPage permite elegir magnitud/unidades, ingresar un valor y consultar el resultado SOAP.</a:t>
            </a:r>
          </a:p>
        </p:txBody>
      </p:sp>
      <p:pic>
        <p:nvPicPr>
          <p:cNvPr id="459" name="image130.png"/>
          <p:cNvPicPr/>
          <p:nvPr/>
        </p:nvPicPr>
        <p:blipFill>
          <a:blip r:embed="rId3"/>
          <a:srcRect t="2000" b="22000"/>
          <a:stretch>
            <a:fillRect/>
          </a:stretch>
        </p:blipFill>
        <p:spPr>
          <a:xfrm>
            <a:off x="5486400" y="3611880"/>
            <a:ext cx="1651334" cy="278892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60" name="image131.png"/>
          <p:cNvPicPr/>
          <p:nvPr/>
        </p:nvPicPr>
        <p:blipFill>
          <a:blip r:embed="rId4"/>
          <a:srcRect t="2000" b="22000"/>
          <a:stretch>
            <a:fillRect/>
          </a:stretch>
        </p:blipFill>
        <p:spPr>
          <a:xfrm>
            <a:off x="1371600" y="3611880"/>
            <a:ext cx="1651334" cy="278892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image131.png"/>
          <p:cNvPicPr/>
          <p:nvPr/>
        </p:nvPicPr>
        <p:blipFill>
          <a:blip r:embed="rId3"/>
          <a:srcRect t="2000" b="22000"/>
          <a:stretch>
            <a:fillRect/>
          </a:stretch>
        </p:blipFill>
        <p:spPr>
          <a:xfrm>
            <a:off x="4846320" y="2971800"/>
            <a:ext cx="2084471" cy="35204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97" name="image132.png"/>
          <p:cNvPicPr/>
          <p:nvPr/>
        </p:nvPicPr>
        <p:blipFill>
          <a:blip r:embed="rId4"/>
          <a:srcRect t="2000" b="22000"/>
          <a:stretch>
            <a:fillRect/>
          </a:stretch>
        </p:blipFill>
        <p:spPr>
          <a:xfrm>
            <a:off x="1371600" y="2971800"/>
            <a:ext cx="2084471" cy="35204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.NET / C#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Murillo Medina, Gabriel Omar; Viche Castillo, Julio Enrique</dc:creator>
  <cp:lastModifiedBy>Murillo Medina, Gabriel Omar; Viche Castillo, Julio Enrique</cp:lastModifiedBy>
  <cp:revision>5</cp:revision>
  <dcterms:created xsi:type="dcterms:W3CDTF">2026-10-28T05:41:41Z</dcterms:created>
  <dcterms:modified xsi:type="dcterms:W3CDTF">2026-10-28T05:41:41Z</dcterms:modified>
</cp:coreProperties>
</file>