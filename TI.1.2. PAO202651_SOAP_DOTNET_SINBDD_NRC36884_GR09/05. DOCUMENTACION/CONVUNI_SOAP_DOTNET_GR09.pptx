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4_0_image53.png"/><Relationship Id="rId4" Type="http://schemas.openxmlformats.org/officeDocument/2006/relationships/image" Target="../media/ppt_img_4_1_image54.png"/><Relationship Id="rId5" Type="http://schemas.openxmlformats.org/officeDocument/2006/relationships/image" Target="../media/ppt_img_4_2_image5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5_0_image56.png"/><Relationship Id="rId4" Type="http://schemas.openxmlformats.org/officeDocument/2006/relationships/image" Target="../media/ppt_img_5_1_image5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6_0_image5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7_0_image5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8_0_image64.png"/><Relationship Id="rId4" Type="http://schemas.openxmlformats.org/officeDocument/2006/relationships/image" Target="../media/ppt_img_8_1_image65.png"/><Relationship Id="rId5" Type="http://schemas.openxmlformats.org/officeDocument/2006/relationships/image" Target="../media/ppt_img_8_2_image66.png"/><Relationship Id="rId6" Type="http://schemas.openxmlformats.org/officeDocument/2006/relationships/image" Target="../media/ppt_img_8_3_image67.png"/><Relationship Id="rId7" Type="http://schemas.openxmlformats.org/officeDocument/2006/relationships/image" Target="../media/ppt_img_8_4_image6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9_0_image68.png"/><Relationship Id="rId4" Type="http://schemas.openxmlformats.org/officeDocument/2006/relationships/image" Target="../media/ppt_img_9_1_image6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0_0_image70.png"/><Relationship Id="rId4" Type="http://schemas.openxmlformats.org/officeDocument/2006/relationships/image" Target="../media/ppt_img_10_1_image7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1_0_image7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2_0_image116.png"/><Relationship Id="rId4" Type="http://schemas.openxmlformats.org/officeDocument/2006/relationships/image" Target="../media/ppt_img_12_1_image117.png"/><Relationship Id="rId5" Type="http://schemas.openxmlformats.org/officeDocument/2006/relationships/image" Target="../media/ppt_img_12_2_image118.png"/><Relationship Id="rId6" Type="http://schemas.openxmlformats.org/officeDocument/2006/relationships/image" Target="../media/ppt_img_12_3_image1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3_0_image7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4_0_image78.png"/><Relationship Id="rId4" Type="http://schemas.openxmlformats.org/officeDocument/2006/relationships/image" Target="../media/ppt_img_14_1_image79.png"/><Relationship Id="rId5" Type="http://schemas.openxmlformats.org/officeDocument/2006/relationships/image" Target="../media/ppt_img_14_2_image80.png"/><Relationship Id="rId6" Type="http://schemas.openxmlformats.org/officeDocument/2006/relationships/image" Target="../media/ppt_img_14_3_image8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5_0_image8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6_0_image1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7_0_image1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8_0_image100.png"/><Relationship Id="rId4" Type="http://schemas.openxmlformats.org/officeDocument/2006/relationships/image" Target="../media/ppt_img_18_1_image10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9_0_image102.png"/><Relationship Id="rId4" Type="http://schemas.openxmlformats.org/officeDocument/2006/relationships/image" Target="../media/ppt_img_19_1_image10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0_0_image10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1_0_image1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2_0_image12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3_0_image1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4_0_image112.png"/><Relationship Id="rId4" Type="http://schemas.openxmlformats.org/officeDocument/2006/relationships/image" Target="../media/ppt_img_24_1_image113.png"/><Relationship Id="rId5" Type="http://schemas.openxmlformats.org/officeDocument/2006/relationships/image" Target="../media/ppt_img_24_2_image11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5_0_image11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6_0_image114.png"/><Relationship Id="rId4" Type="http://schemas.openxmlformats.org/officeDocument/2006/relationships/image" Target="../media/ppt_img_26_1_image11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7_0_image130.png"/><Relationship Id="rId4" Type="http://schemas.openxmlformats.org/officeDocument/2006/relationships/image" Target="../media/ppt_img_27_1_image13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8_0_image131.png"/><Relationship Id="rId4" Type="http://schemas.openxmlformats.org/officeDocument/2006/relationships/image" Target="../media/ppt_img_28_1_image13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SOAP .NET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b="1">
                <a:solidFill>
                  <a:schemeClr val="lt1"/>
                </a:solidFill>
              </a:rPr>
              <a:t>GABRIEL OMAR MURILLO MEDINA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.NET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 Sistema .NET 10/C# 14: servidor ASP.NET Core 10/Kestrel con SOAP 1.1/XML en TCP 8733; clientes .NET de consola, WPF, web y Android MAUI. El móvil usa XAML y HttpClient, sin campo de URL. Login MONSTER/MONSTER9; datos en memoria (SINBDD).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SOAP.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SOAP Servidor C# 14/.NET 10 con ASP.NET Core 10 y Kestrel. ManejadorSOAP procesa SOAP 1.1/XML y genera WSDL. Escucha en TCP 8733. Compila con dotnet build.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Compila desde 04. SERVIDOR con dotnet build.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4" name="image5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096000" y="3709191"/>
            <a:ext cx="3131854" cy="21793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5" name="image5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53500" y="3716772"/>
            <a:ext cx="3480507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6" name="image55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34986" y="3724354"/>
            <a:ext cx="3249332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DEL SERVICIO SOAP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WSDL describe las operaciones SOAP/XML de autenticación y conversión para longitud, masa y 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Autentica al usuario antes de invocar una conversión.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" name="image5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74120" y="3429000"/>
            <a:ext cx="5843760" cy="2964849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43" name="image57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916342" y="3401152"/>
            <a:ext cx="2105025" cy="88582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 ASP.NET Core inicia Kestrel y enruta las solicitudes a ManejadorSOAP, que procesa SOAP 1.1 y delega autenticación y conversiones. Escucha en el puerto 8733; los datos permanecen en memoria.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La solución separa la publicación del servicio de la lógica de conversión. ASP.NET Core inicia Kestrel y enruta las solicitudes a ManejadorSOAP, que procesa SOAP 1.1 y delega autenticación y conversiones. Escucha en el puerto 8733.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image5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749937" y="2870106"/>
            <a:ext cx="3268557" cy="20335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PUBLICACIÓN DE ENDPOINTS Program.cs configura Kestrel y publica ManejadorSOAP en las rutas de autenticación y conversión del puerto 8733. Mantén el servidor activo mientras se ejecutan los clientes .NET.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Program.cs configura Kestrel y publica ManejadorSOAP en las rutas de autenticación y conversión del puerto 8733.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Mantén activo el servidor mientras se ejecutan los clientes .NET / C#.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image5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75414" y="2817286"/>
            <a:ext cx="4441055" cy="361543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image6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8100" y="4415104"/>
            <a:ext cx="2808980" cy="207069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2" name="image65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61150" y="4415104"/>
            <a:ext cx="2761232" cy="21726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3" name="image66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30934" y="4415104"/>
            <a:ext cx="2630216" cy="20089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4" name="image67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4671319" y="1994161"/>
            <a:ext cx="2849245" cy="207581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5" name="image64.png"/>
          <p:cNvPicPr/>
          <p:nvPr/>
        </p:nvPicPr>
        <p:blipFill>
          <a:blip r:embed="rId7"/>
          <a:srcRect/>
          <a:stretch>
            <a:fillRect/>
          </a:stretch>
        </p:blipFill>
        <p:spPr>
          <a:xfrm>
            <a:off x="679863" y="2724790"/>
            <a:ext cx="3776665" cy="13451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 Cliente de consola C#/.NET 10. Consume SOAP 1.1/XML por HTTP y separa modelo, vista y controlador; inicia con autenticación.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presenta primero el formulario de autenticación y, al validar las credenciales, muestra el menú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3" name="image6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0234" y="3657435"/>
            <a:ext cx="4201160" cy="284543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24" name="image69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66506" y="3674580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los datos de magnitud, valor y unidades que se envían al servicio.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valida la sesión, prepara las llamadas SOAP y presenta al usuario el resultado de cada conversión.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42" name="image7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100618" y="4064763"/>
            <a:ext cx="5172027" cy="177748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43" name="image7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11793" y="4064763"/>
            <a:ext cx="2955257" cy="18504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" name="image7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361215" y="2617179"/>
            <a:ext cx="4878474" cy="260924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image11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143877" y="3004463"/>
            <a:ext cx="2928406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0" name="image117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3227647" y="3004463"/>
            <a:ext cx="280830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1" name="image118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11657" y="3004463"/>
            <a:ext cx="280806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2" name="image119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3227647" y="1933668"/>
            <a:ext cx="2868295" cy="8032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CLIENTE DE ESCRITORIO Cliente C#/.NET 10 para Windows, implementado con WPF. Consume SOAP/XML por HTTP mediante MVC.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/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70" name="image7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544819" y="3270983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/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llamada SOAP.</a:t>
            </a:r>
            <a:endParaRPr lang="es-EC" dirty="0"/>
          </a:p>
        </p:txBody>
      </p:sp>
      <p:pic>
        <p:nvPicPr>
          <p:cNvPr id="303" name="image7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474259" y="4377212"/>
            <a:ext cx="3666875" cy="235536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4" name="image79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925023" y="3893361"/>
            <a:ext cx="2743200" cy="4572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5" name="image80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611811" y="3836431"/>
            <a:ext cx="2476500" cy="3429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6" name="image81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5088311" y="2609850"/>
            <a:ext cx="3019425" cy="10287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/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1" name="image8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99248" y="2831802"/>
            <a:ext cx="8424537" cy="332404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9" name="image121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192" y="2329030"/>
            <a:ext cx="5218973" cy="333666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37" name="image12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131103" y="2513572"/>
            <a:ext cx="3898097" cy="311626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CLIENTE WEB Cliente web C#/.NET 10 con ASP.NET Core. Consume los endpoints SOAP por HTTP para autenticación y conversión.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/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45" name="image10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63999" y="3524211"/>
            <a:ext cx="4959666" cy="303795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46" name="image10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1211356" y="3839056"/>
            <a:ext cx="2095500" cy="5619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 vistas conversor.html y conversor.jsp ofrecen el formulario de conversión. ConversionServlet comunica el cliente web con el servicio SOAP.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pic>
        <p:nvPicPr>
          <p:cNvPr id="379" name="image10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79277" y="3132944"/>
            <a:ext cx="3959600" cy="354539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80" name="image103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41168" y="3132944"/>
            <a:ext cx="1448002" cy="90500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y index.jsp ofrecen el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87" name="image10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804070" y="2850777"/>
            <a:ext cx="4143559" cy="370870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SOAP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3" name="image125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35268" y="3257334"/>
            <a:ext cx="3200847" cy="308653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13" name="image12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803359" y="2804085"/>
            <a:ext cx="5399405" cy="27559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solicita la operación al servicio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21" name="image12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86896" y="2718547"/>
            <a:ext cx="5399405" cy="28194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 Cliente Android .NET MAUI 10, C# 14, XAML, HttpClient, net10.0-android y API mínima 21. Envía SOAP 1.1/XML al servidor ASP.NET Core. Hotspot: 192.168.137.1:8733; emulador: 10.0.2.2:8733.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30" name="image11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904275" y="5528800"/>
            <a:ext cx="4335775" cy="5995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1" name="image113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410937" y="4209124"/>
            <a:ext cx="3622500" cy="19178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2" name="image114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6418749" y="2402189"/>
            <a:ext cx="1606875" cy="16918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MAUI: páginas XAML, lógica C# y SoapClient.cs. El flujo móvil implementa autenticación y conversión.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0" name="image11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1537" y="2559253"/>
            <a:ext cx="3225165" cy="315976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SoapClient.cs usa HttpClient y XML para enviar solicitudes SOAP 1.1 y procesar respuestas.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C# coordina unidades, valida datos y solicita la conversión SOAP.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endpoint SOAP.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9" name="image11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980331" y="3429000"/>
            <a:ext cx="3802710" cy="284836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50" name="image11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91075" y="3711388"/>
            <a:ext cx="3478914" cy="225971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LoginPage solicita MONSTER / MONSTER9 y continúa al conversor tras autenticarse.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MainPage permite elegir magnitud/unidades, ingresar un valor y consultar el resultado SOAP.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del servicio.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59" name="image13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096586" y="3395466"/>
            <a:ext cx="3346888" cy="312125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60" name="image13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95071" y="3523400"/>
            <a:ext cx="3704493" cy="2290259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/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96" name="image131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375360" y="3132224"/>
            <a:ext cx="1577205" cy="34697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97" name="image132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107289" y="3132225"/>
            <a:ext cx="1720640" cy="34697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SOAP publica operaciones interoperables que los clientes .NET / C# consumen mediante sus herramientas correspondientes.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operación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los endpoints SOAP, los modelos de solicitud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el valor enviado,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2320</Words>
  <Application>Microsoft Office PowerPoint</Application>
  <PresentationFormat>Panorámica</PresentationFormat>
  <Paragraphs>489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Cambria</vt:lpstr>
      <vt:lpstr>Noto Sans Symbols</vt:lpstr>
      <vt:lpstr>Dividendo</vt:lpstr>
      <vt:lpstr>MANUAL TÉCNICO SOAP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SOAP Java SINBDD GR09</dc:title>
  <dc:creator>Murillo Medina, Gabriel Omar; Viche Castillo, Julio Enrique</dc:creator>
  <cp:lastModifiedBy>Murillo Medina, Gabriel Omar; Viche Castillo, Julio Enrique</cp:lastModifiedBy>
  <cp:revision>5</cp:revision>
  <dcterms:created xsi:type="dcterms:W3CDTF">2026-10-28T05:41:41Z</dcterms:created>
  <dcterms:modified xsi:type="dcterms:W3CDTF">2026-10-28T05:41:41Z</dcterms:modified>
</cp:coreProperties>
</file>