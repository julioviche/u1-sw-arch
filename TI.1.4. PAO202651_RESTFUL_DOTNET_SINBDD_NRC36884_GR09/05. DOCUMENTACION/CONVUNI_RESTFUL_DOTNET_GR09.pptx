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4_0_image13.png"/><Relationship Id="rId4" Type="http://schemas.openxmlformats.org/officeDocument/2006/relationships/image" Target="../media/ppt_img_4_1_image14.png"/><Relationship Id="rId5" Type="http://schemas.openxmlformats.org/officeDocument/2006/relationships/image" Target="../media/ppt_img_4_2_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5_0_image16.png"/><Relationship Id="rId4" Type="http://schemas.openxmlformats.org/officeDocument/2006/relationships/image" Target="../media/ppt_img_5_1_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6_0_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7_0_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8_0_image20.png"/><Relationship Id="rId4" Type="http://schemas.openxmlformats.org/officeDocument/2006/relationships/image" Target="../media/ppt_img_8_1_image21.png"/><Relationship Id="rId5" Type="http://schemas.openxmlformats.org/officeDocument/2006/relationships/image" Target="../media/ppt_img_8_2_image22.png"/><Relationship Id="rId6" Type="http://schemas.openxmlformats.org/officeDocument/2006/relationships/image" Target="../media/ppt_img_8_3_image23.png"/><Relationship Id="rId7" Type="http://schemas.openxmlformats.org/officeDocument/2006/relationships/image" Target="../media/ppt_img_8_4_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9_0_image24.png"/><Relationship Id="rId4" Type="http://schemas.openxmlformats.org/officeDocument/2006/relationships/image" Target="../media/ppt_img_9_1_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0_0_image27.png"/><Relationship Id="rId4" Type="http://schemas.openxmlformats.org/officeDocument/2006/relationships/image" Target="../media/ppt_img_10_1_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1_0_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2_0_image30.png"/><Relationship Id="rId4" Type="http://schemas.openxmlformats.org/officeDocument/2006/relationships/image" Target="../media/ppt_img_12_1_image31.png"/><Relationship Id="rId5" Type="http://schemas.openxmlformats.org/officeDocument/2006/relationships/image" Target="../media/ppt_img_12_2_image32.png"/><Relationship Id="rId6" Type="http://schemas.openxmlformats.org/officeDocument/2006/relationships/image" Target="../media/ppt_img_12_3_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3_0_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4_0_image35.png"/><Relationship Id="rId4" Type="http://schemas.openxmlformats.org/officeDocument/2006/relationships/image" Target="../media/ppt_img_14_1_image36.png"/><Relationship Id="rId5" Type="http://schemas.openxmlformats.org/officeDocument/2006/relationships/image" Target="../media/ppt_img_14_2_image37.png"/><Relationship Id="rId6" Type="http://schemas.openxmlformats.org/officeDocument/2006/relationships/image" Target="../media/ppt_img_14_3_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5_0_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6_0_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7_0_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8_0_image40.png"/><Relationship Id="rId4" Type="http://schemas.openxmlformats.org/officeDocument/2006/relationships/image" Target="../media/ppt_img_18_1_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9_0_image42.png"/><Relationship Id="rId4" Type="http://schemas.openxmlformats.org/officeDocument/2006/relationships/image" Target="../media/ppt_img_19_1_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0_0_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1_0_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2_0_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3_0_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4_0_image45.png"/><Relationship Id="rId4" Type="http://schemas.openxmlformats.org/officeDocument/2006/relationships/image" Target="../media/ppt_img_24_1_image46.png"/><Relationship Id="rId5" Type="http://schemas.openxmlformats.org/officeDocument/2006/relationships/image" Target="../media/ppt_img_24_2_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5_0_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6_0_image48.png"/><Relationship Id="rId4" Type="http://schemas.openxmlformats.org/officeDocument/2006/relationships/image" Target="../media/ppt_img_26_1_image49.png"/></Relationships>
</file>

<file path=ppt/slides/_rels/slide27.xml.rels><?xml version='1.0' encoding='UTF-8'?>
<rel:Relationships xmlns:rel="http://schemas.openxmlformats.org/package/2006/relationships"><rel:Relationship Id="rId2" Type="http://schemas.openxmlformats.org/officeDocument/2006/relationships/notesSlide" Target="../notesSlides/notesSlide27.xml" /><rel:Relationship Id="rId1" Type="http://schemas.openxmlformats.org/officeDocument/2006/relationships/slideLayout" Target="../slideLayouts/slideLayout2.xml" /><rel:Relationship Id="rId4" Type="http://schemas.openxmlformats.org/officeDocument/2006/relationships/image" Target="../media/ppt_img_27_1_image51.png" /></rel:Relationships>
</file>

<file path=ppt/slides/_rels/slide28.xml.rels><?xml version='1.0' encoding='UTF-8'?>
<rel:Relationships xmlns:rel="http://schemas.openxmlformats.org/package/2006/relationships"><rel:Relationship Id="rId2" Type="http://schemas.openxmlformats.org/officeDocument/2006/relationships/notesSlide" Target="../notesSlides/notesSlide28.xml" /><rel:Relationship Id="rId1" Type="http://schemas.openxmlformats.org/officeDocument/2006/relationships/slideLayout" Target="../slideLayouts/slideLayout2.xml" /><rel:Relationship Id="rId4" Type="http://schemas.openxmlformats.org/officeDocument/2006/relationships/image" Target="../media/ppt_img_28_1_image51.png" /></rel: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RESTFUL .NET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JULIO ENRIQUE VICHE CASTILLO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b="1">
                <a:solidFill>
                  <a:schemeClr val="lt1"/>
                </a:solidFill>
              </a:rPr>
              <a:t>GABRIEL OMAR MURILLO MEDINA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.NET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 Sistema .NET 10/C# 14: API REST ASP.NET Core Web API/Kestrel en TCP 5000; clientes .NET de consola, WPF, web y Android MAUI. El móvil usa XAML, HttpClient y JSON, sin campo de URL. Login MONSTER/MONSTER9; datos en memoria (SINBDD).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RESTful.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0320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RESTFUL Servidor C# 14/.NET 10 con ASP.NET Core Web API, controladores, Kestrel y System.Text.Json. Microsoft.AspNetCore.OpenApi 10.0.12. Escucha en TCP 5000.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Contexto: http://localhost:5000/api/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Rutas: health, auth/login y conversor/{longitud,masa,temperatura}.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image1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5" name="image1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6" name="image15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RESTFUL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La API recibe solicitudes HTTP/JSON en el contexto configurado por Program.cs / Kestrel (Swagger UI).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Rutas: health, auth/login y conversor/longitud, conversor/masa, conversor/temperatura.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Responde con JSON; autentica al usuario antes de convertir.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image1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74120" y="3429000"/>
            <a:ext cx="5843760" cy="296484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43" name="image17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6342" y="3401152"/>
            <a:ext cx="2105025" cy="88582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ASP.NET Core registra los recursos REST; Kestrel ofrece el servidor HTTP embebido y System.Text.Json procesa JSON. Las clases de servicio centralizan la autenticación y las fórmulas de conversión.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se mantienen en memoria, sin acceso a base de datos.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image1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49937" y="2870106"/>
            <a:ext cx="3268557" cy="20335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VERIFICACIÓN DE LA API Base: http://localhost:5000/api/. Valida health, auth/login y conversor/{longitud,masa,temperatura}. El servidor escucha en TCP 5000.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Base: http://localhost:5000/api/. Valida health y auth/login; prueba conversor/longitud, /masa y /temperatura.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Puerto del servidor REST: 5000.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image1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75414" y="2817286"/>
            <a:ext cx="4441055" cy="361543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image2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8100" y="4415104"/>
            <a:ext cx="2808980" cy="207069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2" name="image2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61150" y="4415104"/>
            <a:ext cx="2761232" cy="21726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3" name="image22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30934" y="4415104"/>
            <a:ext cx="2630216" cy="20089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4" name="image23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671319" y="1994161"/>
            <a:ext cx="2849245" cy="207581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5" name="image20.png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79863" y="2724790"/>
            <a:ext cx="3776665" cy="13451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 Cliente de consola C#/.NET 10. Consume REST HTTP/JSON y separa modelo, vista y controlador; inicia con autenticación.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solicita las credenciales antes de mostrar las opciones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image2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24" name="image25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la magnitud, el valor y las unidades que se enviarán en el cuerpo JSON.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usa RestClient para invocar la API HTTP, interpretar la respuesta JSON y presentar el resultado.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2" name="image2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100618" y="4064763"/>
            <a:ext cx="5172027" cy="177748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43" name="image28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11793" y="4064763"/>
            <a:ext cx="2955257" cy="18504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image2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61215" y="2617179"/>
            <a:ext cx="4878474" cy="260924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image3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43877" y="3004463"/>
            <a:ext cx="2928406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0" name="image3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1" name="image32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2" name="image33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CLIENTE DE ESCRITORIO Cliente C#/.NET 10 para Windows con WPF. Consume REST/JSON mediante el patrón MVC.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/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0" name="image3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solicitud HTTP/JSON.</a:t>
            </a:r>
            <a:endParaRPr lang="es-EC" dirty="0"/>
          </a:p>
        </p:txBody>
      </p:sp>
      <p:pic>
        <p:nvPicPr>
          <p:cNvPr id="303" name="image3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74259" y="4377212"/>
            <a:ext cx="3666875" cy="235536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4" name="image3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25023" y="3893361"/>
            <a:ext cx="2743200" cy="4572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5" name="image37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6" name="image34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1" name="image3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9" name="image3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 la API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7" name="image3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CLIENTE WEB Cliente web C#/.NET 10 con ASP.NET Core que consume los recursos HTTP/JSON de la API.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.NET 10 usa ASP.NET Core y consume recursos REST HTTP/JSON. 11 embebido en el puerto 8081. HTML y .NET / C#Script presentan las pantallas; los Servlets gestionan la sesión y las solicitudes HTTP/JSON a la API REST.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5" name="image4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63999" y="3524211"/>
            <a:ext cx="4959666" cy="303795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46" name="image4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11356" y="3839056"/>
            <a:ext cx="2095500" cy="5619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página conversor.html ofrece formularios para seleccionar magnitud y unidades, ingresar el valor y mostrar la respuesta. ConversionServlet comunica el cliente web con los recursos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pic>
        <p:nvPicPr>
          <p:cNvPr id="379" name="image4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80" name="image4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presenta el formulario de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87" name="image4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REST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3" name="image4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13" name="image4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envía una solicitud JSON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1" name="image4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 Cliente Android .NET MAUI 10, C# 14, XAML, HttpClient, System.Net.Http.Json, System.Text.Json, net10.0-android y API mínima 21. Consume REST. Hotspot: 192.168.137.1:5000; emulador: 10.0.2.2:5000.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0" name="image4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04275" y="5528800"/>
            <a:ext cx="4335775" cy="5995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1" name="image4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410937" y="4209124"/>
            <a:ext cx="3622500" cy="19178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2" name="image47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418749" y="2402189"/>
            <a:ext cx="1606875" cy="16918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MAUI: páginas XAML, lógica C# y controlador de conversión. El flujo móvil implementa autenticación y conversión.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0" name="image4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C# usa HttpClient, System.Net.Http.Json y System.Text.Json para enviar HTTP/JSON y procesar respuestas.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C# valida la entrada y solicita la conversión REST.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recurso REST correspondiente.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9" name="image4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80331" y="3710940"/>
            <a:ext cx="3802710" cy="284836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50" name="image49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1075" y="3711388"/>
            <a:ext cx="3478914" cy="225971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LoginPage solicita MONSTER / MONSTER9 y continúa al conversor tras autenticarse.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página de conversión permite seleccionar magnitud/unidades, ingresar un valor y consultar REST.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 la API REST.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60" name="image5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97" name="image5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RESTful publica recursos HTTP/JSON que los clientes .NET / C# consumen mediante solicitudes web.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recurso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las rutas REST, los modelos JSON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la solicitud,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2370</Words>
  <Application>Microsoft Office PowerPoint</Application>
  <PresentationFormat>Panorámica</PresentationFormat>
  <Paragraphs>491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Noto Sans Symbols</vt:lpstr>
      <vt:lpstr>Gill Sans</vt:lpstr>
      <vt:lpstr>Arial</vt:lpstr>
      <vt:lpstr>Calibri</vt:lpstr>
      <vt:lpstr>Cambria</vt:lpstr>
      <vt:lpstr>Dividendo</vt:lpstr>
      <vt:lpstr>MANUAL TÉCNICO RESTFUL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RESTFUL Java SINBDD GR09</dc:title>
  <dc:creator>Murillo Medina, Gabriel Omar; Viche Castillo, Julio Enrique</dc:creator>
  <cp:lastModifiedBy>Murillo Medina, Gabriel Omar; Viche Castillo, Julio Enrique</cp:lastModifiedBy>
  <cp:revision>6</cp:revision>
  <dcterms:created xsi:type="dcterms:W3CDTF">2026-10-28T05:41:41Z</dcterms:created>
  <dcterms:modified xsi:type="dcterms:W3CDTF">2026-10-28T05:41:41Z</dcterms:modified>
</cp:coreProperties>
</file>