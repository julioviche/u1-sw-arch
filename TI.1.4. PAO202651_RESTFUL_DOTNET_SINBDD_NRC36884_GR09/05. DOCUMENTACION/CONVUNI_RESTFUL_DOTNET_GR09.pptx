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4_0_image13.png"/><Relationship Id="rId4" Type="http://schemas.openxmlformats.org/officeDocument/2006/relationships/image" Target="../media/ppt_img_4_1_image14.png"/><Relationship Id="rId5" Type="http://schemas.openxmlformats.org/officeDocument/2006/relationships/image" Target="../media/ppt_img_4_2_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5_0_image16.png"/><Relationship Id="rId4" Type="http://schemas.openxmlformats.org/officeDocument/2006/relationships/image" Target="../media/ppt_img_5_1_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6_0_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7_0_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8_0_image20.png"/><Relationship Id="rId4" Type="http://schemas.openxmlformats.org/officeDocument/2006/relationships/image" Target="../media/ppt_img_8_1_image21.png"/><Relationship Id="rId5" Type="http://schemas.openxmlformats.org/officeDocument/2006/relationships/image" Target="../media/ppt_img_8_2_image22.png"/><Relationship Id="rId6" Type="http://schemas.openxmlformats.org/officeDocument/2006/relationships/image" Target="../media/ppt_img_8_3_image23.png"/><Relationship Id="rId7" Type="http://schemas.openxmlformats.org/officeDocument/2006/relationships/image" Target="../media/ppt_img_8_4_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9_0_image24.png"/><Relationship Id="rId4" Type="http://schemas.openxmlformats.org/officeDocument/2006/relationships/image" Target="../media/ppt_img_9_1_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0_0_image27.png"/><Relationship Id="rId4" Type="http://schemas.openxmlformats.org/officeDocument/2006/relationships/image" Target="../media/ppt_img_10_1_image2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1_0_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2_0_image30.png"/><Relationship Id="rId4" Type="http://schemas.openxmlformats.org/officeDocument/2006/relationships/image" Target="../media/ppt_img_12_1_image31.png"/><Relationship Id="rId5" Type="http://schemas.openxmlformats.org/officeDocument/2006/relationships/image" Target="../media/ppt_img_12_2_image32.png"/><Relationship Id="rId6" Type="http://schemas.openxmlformats.org/officeDocument/2006/relationships/image" Target="../media/ppt_img_12_3_image3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3_0_image3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4_0_image35.png"/><Relationship Id="rId4" Type="http://schemas.openxmlformats.org/officeDocument/2006/relationships/image" Target="../media/ppt_img_14_1_image36.png"/><Relationship Id="rId5" Type="http://schemas.openxmlformats.org/officeDocument/2006/relationships/image" Target="../media/ppt_img_14_2_image37.png"/><Relationship Id="rId6" Type="http://schemas.openxmlformats.org/officeDocument/2006/relationships/image" Target="../media/ppt_img_14_3_image3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5_0_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6_0_image3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7_0_image3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8_0_image40.png"/><Relationship Id="rId4" Type="http://schemas.openxmlformats.org/officeDocument/2006/relationships/image" Target="../media/ppt_img_18_1_image4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9_0_image42.png"/><Relationship Id="rId4" Type="http://schemas.openxmlformats.org/officeDocument/2006/relationships/image" Target="../media/ppt_img_19_1_image4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0_0_image4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1_0_image4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2_0_image4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3_0_image4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4_0_image45.png"/><Relationship Id="rId4" Type="http://schemas.openxmlformats.org/officeDocument/2006/relationships/image" Target="../media/ppt_img_24_1_image46.png"/><Relationship Id="rId5" Type="http://schemas.openxmlformats.org/officeDocument/2006/relationships/image" Target="../media/ppt_img_24_2_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5_0_image4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6_0_image48.png"/><Relationship Id="rId4" Type="http://schemas.openxmlformats.org/officeDocument/2006/relationships/image" Target="../media/ppt_img_26_1_image4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7_0_image50.png"/><Relationship Id="rId4" Type="http://schemas.openxmlformats.org/officeDocument/2006/relationships/image" Target="../media/ppt_img_27_1_image5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8_0_image50.png"/><Relationship Id="rId4" Type="http://schemas.openxmlformats.org/officeDocument/2006/relationships/image" Target="../media/ppt_img_28_1_image5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RESTFUL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RESTFUL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.NET / C#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0320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RESTFUL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.NET 8.0 SDK con ASP.NET Core Web API, Kestrel y System.Text.Json. Puerto 8080 (alterno 8085).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Contexto: http://localhost:5000/api/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Rutas: health, auth/login y conversor/{longitud,masa,temperatura}.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" name="image1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096000" y="3709191"/>
            <a:ext cx="3131854" cy="21793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5" name="image1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53500" y="3716772"/>
            <a:ext cx="3480507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6" name="image15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34986" y="3724354"/>
            <a:ext cx="3249332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RESTFUL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La API recibe solicitudes HTTP/JSON en el contexto configurado por Program.cs / Kestrel (Swagger UI).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Rutas: health, auth/login y conversor/longitud, conversor/masa, conversor/temperatura.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Responde con JSON; autentica al usuario antes de convertir.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image1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74120" y="3429000"/>
            <a:ext cx="5843760" cy="296484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43" name="image17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916342" y="3401152"/>
            <a:ext cx="2105025" cy="88582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ASP.NET Core registra los recursos REST; Kestrel ofrece el servidor HTTP embebido y System.Text.Json procesa JSON. Las clases de servicio centralizan la autenticación y las fórmulas de conversión.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se mantienen en memoria, sin acceso a base de datos.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image1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749937" y="2870106"/>
            <a:ext cx="3268557" cy="20335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VERIFICACIÓN DE LA API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Base: http://localhost:5000/api/. Valida health y auth/login; prueba conversor/longitud, /masa y /temperatura.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Puertos: 8080 y 8085.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image1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75414" y="2817286"/>
            <a:ext cx="4441055" cy="361543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image2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8100" y="4415104"/>
            <a:ext cx="2808980" cy="207069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2" name="image2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61150" y="4415104"/>
            <a:ext cx="2761232" cy="21726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3" name="image22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30934" y="4415104"/>
            <a:ext cx="2630216" cy="20089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4" name="image23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4671319" y="1994161"/>
            <a:ext cx="2849245" cy="207581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5" name="image20.png"/>
          <p:cNvPicPr/>
          <p:nvPr/>
        </p:nvPicPr>
        <p:blipFill>
          <a:blip r:embed="rId7"/>
          <a:srcRect/>
          <a:stretch>
            <a:fillRect/>
          </a:stretch>
        </p:blipFill>
        <p:spPr>
          <a:xfrm>
            <a:off x="679863" y="2724790"/>
            <a:ext cx="3776665" cy="13451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.NET / C# con Maven en Visual Studio / VS Code. Configura el cliente HTTP para comunicarse con la API REST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solicita las credenciales antes de mostrar las opciones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3" name="image2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0234" y="3657435"/>
            <a:ext cx="4201160" cy="284543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24" name="image25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66506" y="3674580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la magnitud, el valor y las unidades que se enviarán en el cuerpo JSON.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usa RestClient para invocar la API HTTP, interpretar la respuesta JSON y presentar el resultado.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42" name="image2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100618" y="4064763"/>
            <a:ext cx="5172027" cy="177748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43" name="image28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11793" y="4064763"/>
            <a:ext cx="2955257" cy="18504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image2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61215" y="2617179"/>
            <a:ext cx="4878474" cy="260924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image3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143877" y="3004463"/>
            <a:ext cx="2928406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0" name="image3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3227647" y="3004463"/>
            <a:ext cx="280830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1" name="image32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11657" y="3004463"/>
            <a:ext cx="280806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2" name="image33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3227647" y="1933668"/>
            <a:ext cx="2868295" cy="8032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.NET / C# de escritorio con Maven. La interfaz Swing consume la API REST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70" name="image3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544819" y="3270983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HTTP/JSON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solicitud HTTP/JSON.</a:t>
            </a:r>
            <a:endParaRPr lang="es-EC" dirty="0"/>
          </a:p>
        </p:txBody>
      </p:sp>
      <p:pic>
        <p:nvPicPr>
          <p:cNvPr id="303" name="image35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474259" y="4377212"/>
            <a:ext cx="3666875" cy="235536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4" name="image36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25023" y="3893361"/>
            <a:ext cx="2743200" cy="4572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5" name="image37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611811" y="3836431"/>
            <a:ext cx="2476500" cy="342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6" name="image34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5088311" y="2609850"/>
            <a:ext cx="3019425" cy="10287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1" name="image3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99248" y="2831802"/>
            <a:ext cx="8424537" cy="332404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9" name="image3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192" y="2329030"/>
            <a:ext cx="5218973" cy="333666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 la API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37" name="image3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131103" y="2513572"/>
            <a:ext cx="3898097" cy="311626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PROYECTO – CLIENTE WEB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usa Jetty 11 embebido en el puerto 8081. HTML y .NET / C#Script presentan las pantallas; los Servlets gestionan la sesión y las solicitudes HTTP/JSON a la API REST.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45" name="image4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63999" y="3524211"/>
            <a:ext cx="4959666" cy="303795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46" name="image4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1211356" y="3839056"/>
            <a:ext cx="2095500" cy="5619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página conversor.html ofrece formularios para seleccionar magnitud y unidades, ingresar el valor y mostrar la respuesta. ConversionServlet comunica el cliente web con los recursos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pic>
        <p:nvPicPr>
          <p:cNvPr id="379" name="image4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79277" y="3132944"/>
            <a:ext cx="3959600" cy="354539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80" name="image4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41168" y="3132944"/>
            <a:ext cx="1448002" cy="90500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presenta el formulario de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87" name="image4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804070" y="2850777"/>
            <a:ext cx="4143559" cy="370870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REST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3" name="image4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35268" y="3257334"/>
            <a:ext cx="3200847" cy="308653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13" name="image4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803359" y="2804085"/>
            <a:ext cx="5399405" cy="2755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envía una solicitud JSON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21" name="image4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86896" y="2718547"/>
            <a:ext cx="5399405" cy="28194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.NET / C# y una actividad vacía. Usa HttpURLConnection y org.json para consumir la API REST.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Configura una dirección de host accesible desde el emulador o dispositivo físico.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30" name="image45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904275" y="5528800"/>
            <a:ext cx="4335775" cy="5995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1" name="image46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410937" y="4209124"/>
            <a:ext cx="3622500" cy="19178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2" name="image47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6418749" y="2402189"/>
            <a:ext cx="1606875" cy="16918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REST.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0" name="image4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1537" y="2559253"/>
            <a:ext cx="3225165" cy="315976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RestClient.java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HttpURLConnection y org.json para enviar solicitudes HTTP y procesar respuestas JSON.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recurso REST correspondiente.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9" name="image4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980331" y="3710940"/>
            <a:ext cx="3802710" cy="284836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50" name="image49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91075" y="3711388"/>
            <a:ext cx="3478914" cy="225971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 la API REST.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59" name="image5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096586" y="3395466"/>
            <a:ext cx="3346888" cy="312125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60" name="image5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5071" y="3523400"/>
            <a:ext cx="3704493" cy="229025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REST. Luego inicia la aplicación en un emulador o dispositivo Android y verifica el acceso al host y al puerto del servicio (8080 o 8085).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96" name="image5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75360" y="3132224"/>
            <a:ext cx="1577205" cy="34697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97" name="image5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107289" y="3132225"/>
            <a:ext cx="1720640" cy="34697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RESTful publica recursos HTTP/JSON que los clientes .NET / C# consumen mediante solicitudes web.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recurso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las rutas REST, los modelos JSON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la solicitud,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2370</Words>
  <Application>Microsoft Office PowerPoint</Application>
  <PresentationFormat>Panorámica</PresentationFormat>
  <Paragraphs>491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Noto Sans Symbols</vt:lpstr>
      <vt:lpstr>Gill Sans</vt:lpstr>
      <vt:lpstr>Arial</vt:lpstr>
      <vt:lpstr>Calibri</vt:lpstr>
      <vt:lpstr>Cambria</vt:lpstr>
      <vt:lpstr>Dividendo</vt:lpstr>
      <vt:lpstr>MANUAL TÉCNICO RESTFUL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RESTFUL Java SINBDD GR09</dc:title>
  <dc:creator>Murillo Medina, Gabriel Omar; Viche Castillo, Julio Enrique</dc:creator>
  <cp:lastModifiedBy>Murillo Medina, Gabriel Omar; Viche Castillo, Julio Enrique</cp:lastModifiedBy>
  <cp:revision>6</cp:revision>
  <dcterms:created xsi:type="dcterms:W3CDTF">2026-10-28T05:41:41Z</dcterms:created>
  <dcterms:modified xsi:type="dcterms:W3CDTF">2026-10-28T05:41:41Z</dcterms:modified>
</cp:coreProperties>
</file>