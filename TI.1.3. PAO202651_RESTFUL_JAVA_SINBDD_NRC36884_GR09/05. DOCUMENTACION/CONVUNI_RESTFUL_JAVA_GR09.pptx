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13.png"/><Relationship Id="rId4" Type="http://schemas.openxmlformats.org/officeDocument/2006/relationships/image" Target="../media/ppt_img_4_1_image14.png"/><Relationship Id="rId5" Type="http://schemas.openxmlformats.org/officeDocument/2006/relationships/image" Target="../media/ppt_img_4_2_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16.png"/><Relationship Id="rId4" Type="http://schemas.openxmlformats.org/officeDocument/2006/relationships/image" Target="../media/ppt_img_5_1_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20.png"/><Relationship Id="rId4" Type="http://schemas.openxmlformats.org/officeDocument/2006/relationships/image" Target="../media/ppt_img_8_1_image21.png"/><Relationship Id="rId5" Type="http://schemas.openxmlformats.org/officeDocument/2006/relationships/image" Target="../media/ppt_img_8_2_image22.png"/><Relationship Id="rId6" Type="http://schemas.openxmlformats.org/officeDocument/2006/relationships/image" Target="../media/ppt_img_8_3_image23.png"/><Relationship Id="rId7" Type="http://schemas.openxmlformats.org/officeDocument/2006/relationships/image" Target="../media/ppt_img_8_4_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24.png"/><Relationship Id="rId4" Type="http://schemas.openxmlformats.org/officeDocument/2006/relationships/image" Target="../media/ppt_img_9_1_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27.png"/><Relationship Id="rId4" Type="http://schemas.openxmlformats.org/officeDocument/2006/relationships/image" Target="../media/ppt_img_10_1_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30.png"/><Relationship Id="rId4" Type="http://schemas.openxmlformats.org/officeDocument/2006/relationships/image" Target="../media/ppt_img_12_1_image31.png"/><Relationship Id="rId5" Type="http://schemas.openxmlformats.org/officeDocument/2006/relationships/image" Target="../media/ppt_img_12_2_image32.png"/><Relationship Id="rId6" Type="http://schemas.openxmlformats.org/officeDocument/2006/relationships/image" Target="../media/ppt_img_12_3_image3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35.png"/><Relationship Id="rId4" Type="http://schemas.openxmlformats.org/officeDocument/2006/relationships/image" Target="../media/ppt_img_14_1_image36.png"/><Relationship Id="rId5" Type="http://schemas.openxmlformats.org/officeDocument/2006/relationships/image" Target="../media/ppt_img_14_2_image37.png"/><Relationship Id="rId6" Type="http://schemas.openxmlformats.org/officeDocument/2006/relationships/image" Target="../media/ppt_img_14_3_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3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40.png"/><Relationship Id="rId4" Type="http://schemas.openxmlformats.org/officeDocument/2006/relationships/image" Target="../media/ppt_img_18_1_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42.png"/><Relationship Id="rId4" Type="http://schemas.openxmlformats.org/officeDocument/2006/relationships/image" Target="../media/ppt_img_19_1_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4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45.png"/><Relationship Id="rId4" Type="http://schemas.openxmlformats.org/officeDocument/2006/relationships/image" Target="../media/ppt_img_24_1_image46.png"/><Relationship Id="rId5" Type="http://schemas.openxmlformats.org/officeDocument/2006/relationships/image" Target="../media/ppt_img_24_2_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4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48.png"/><Relationship Id="rId4" Type="http://schemas.openxmlformats.org/officeDocument/2006/relationships/image" Target="../media/ppt_img_26_1_image49.png"/></Relationships>
</file>

<file path=ppt/slides/_rels/slide27.xml.rels><?xml version='1.0' encoding='UTF-8'?>
<rel:Relationships xmlns:rel="http://schemas.openxmlformats.org/package/2006/relationships"><rel:Relationship Id="rId2" Type="http://schemas.openxmlformats.org/officeDocument/2006/relationships/notesSlide" Target="../notesSlides/notesSlide27.xml" /><rel:Relationship Id="rId1" Type="http://schemas.openxmlformats.org/officeDocument/2006/relationships/slideLayout" Target="../slideLayouts/slideLayout2.xml" /><rel:Relationship Id="rId4" Type="http://schemas.openxmlformats.org/officeDocument/2006/relationships/image" Target="../media/ppt_img_27_1_image51.png" /></rel:Relationships>
</file>

<file path=ppt/slides/_rels/slide28.xml.rels><?xml version='1.0' encoding='UTF-8'?>
<rel:Relationships xmlns:rel="http://schemas.openxmlformats.org/package/2006/relationships"><rel:Relationship Id="rId2" Type="http://schemas.openxmlformats.org/officeDocument/2006/relationships/notesSlide" Target="../notesSlides/notesSlide28.xml" /><rel:Relationship Id="rId1" Type="http://schemas.openxmlformats.org/officeDocument/2006/relationships/slideLayout" Target="../slideLayouts/slideLayout2.xml" /><rel:Relationship Id="rId4" Type="http://schemas.openxmlformats.org/officeDocument/2006/relationships/image" Target="../media/ppt_img_28_1_image51.png" /></rel: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17 con Jersey, Grizzly y Jackson.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/WS_CONV_UNI_RESTFULL_JAVA-1.0-SNAPSHOT/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1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ServidorRestMain.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Jersey registra los recursos REST; Grizzly ofrece el servidor HTTP embebido y Jackson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1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/WS_CONV_UNI_RESTFULL_JAVA-1.0-SNAPSHOT/.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1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2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2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2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2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20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2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2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28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3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3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3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3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3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pic>
        <p:nvPicPr>
          <p:cNvPr id="303" name="image3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3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3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34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3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3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3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JavaScript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4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4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4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4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4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4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4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4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4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71094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4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60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7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Java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Murillo Medina, Gabriel Omar; Viche Castillo, Julio Enrique</dc:creator>
  <cp:lastModifiedBy>Murillo Medina, Gabriel Omar; Viche Castillo, Julio Enrique</cp:lastModifiedBy>
  <cp:revision>6</cp:revision>
  <dcterms:created xsi:type="dcterms:W3CDTF">2026-10-28T05:41:41Z</dcterms:created>
  <dcterms:modified xsi:type="dcterms:W3CDTF">2026-10-28T05:41:41Z</dcterms:modified>
</cp:coreProperties>
</file>