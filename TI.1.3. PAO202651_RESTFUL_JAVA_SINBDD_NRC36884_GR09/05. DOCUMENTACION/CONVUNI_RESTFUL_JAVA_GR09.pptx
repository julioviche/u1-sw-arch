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4_0_image13.png"/><Relationship Id="rId4" Type="http://schemas.openxmlformats.org/officeDocument/2006/relationships/image" Target="../media/ppt_img_4_1_image14.png"/><Relationship Id="rId5" Type="http://schemas.openxmlformats.org/officeDocument/2006/relationships/image" Target="../media/ppt_img_4_2_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5_0_image16.png"/><Relationship Id="rId4" Type="http://schemas.openxmlformats.org/officeDocument/2006/relationships/image" Target="../media/ppt_img_5_1_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6_0_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7_0_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8_0_image20.png"/><Relationship Id="rId4" Type="http://schemas.openxmlformats.org/officeDocument/2006/relationships/image" Target="../media/ppt_img_8_1_image21.png"/><Relationship Id="rId5" Type="http://schemas.openxmlformats.org/officeDocument/2006/relationships/image" Target="../media/ppt_img_8_2_image22.png"/><Relationship Id="rId6" Type="http://schemas.openxmlformats.org/officeDocument/2006/relationships/image" Target="../media/ppt_img_8_3_image23.png"/><Relationship Id="rId7" Type="http://schemas.openxmlformats.org/officeDocument/2006/relationships/image" Target="../media/ppt_img_8_4_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9_0_image24.png"/><Relationship Id="rId4" Type="http://schemas.openxmlformats.org/officeDocument/2006/relationships/image" Target="../media/ppt_img_9_1_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0_0_image27.png"/><Relationship Id="rId4" Type="http://schemas.openxmlformats.org/officeDocument/2006/relationships/image" Target="../media/ppt_img_10_1_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1_0_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2_0_image30.png"/><Relationship Id="rId4" Type="http://schemas.openxmlformats.org/officeDocument/2006/relationships/image" Target="../media/ppt_img_12_1_image31.png"/><Relationship Id="rId5" Type="http://schemas.openxmlformats.org/officeDocument/2006/relationships/image" Target="../media/ppt_img_12_2_image32.png"/><Relationship Id="rId6" Type="http://schemas.openxmlformats.org/officeDocument/2006/relationships/image" Target="../media/ppt_img_12_3_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3_0_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4_0_image35.png"/><Relationship Id="rId4" Type="http://schemas.openxmlformats.org/officeDocument/2006/relationships/image" Target="../media/ppt_img_14_1_image36.png"/><Relationship Id="rId5" Type="http://schemas.openxmlformats.org/officeDocument/2006/relationships/image" Target="../media/ppt_img_14_2_image37.png"/><Relationship Id="rId6" Type="http://schemas.openxmlformats.org/officeDocument/2006/relationships/image" Target="../media/ppt_img_14_3_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5_0_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6_0_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7_0_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8_0_image40.png"/><Relationship Id="rId4" Type="http://schemas.openxmlformats.org/officeDocument/2006/relationships/image" Target="../media/ppt_img_18_1_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9_0_image42.png"/><Relationship Id="rId4" Type="http://schemas.openxmlformats.org/officeDocument/2006/relationships/image" Target="../media/ppt_img_19_1_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0_0_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1_0_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2_0_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3_0_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4_0_image45.png"/><Relationship Id="rId4" Type="http://schemas.openxmlformats.org/officeDocument/2006/relationships/image" Target="../media/ppt_img_24_1_image46.png"/><Relationship Id="rId5" Type="http://schemas.openxmlformats.org/officeDocument/2006/relationships/image" Target="../media/ppt_img_24_2_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5_0_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6_0_image48.png"/><Relationship Id="rId4" Type="http://schemas.openxmlformats.org/officeDocument/2006/relationships/image" Target="../media/ppt_img_26_1_image4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7_0_image50.png"/><Relationship Id="rId4" Type="http://schemas.openxmlformats.org/officeDocument/2006/relationships/image" Target="../media/ppt_img_27_1_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8_0_image50.png"/><Relationship Id="rId4" Type="http://schemas.openxmlformats.org/officeDocument/2006/relationships/image" Target="../media/ppt_img_28_1_image5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pt-BR">
                <a:solidFill>
                  <a:schemeClr val="lt1"/>
                </a:solidFill>
              </a:rPr>
              <a:t>MANUAL TÉCNICO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RESTFUL JAVA SINBDD GR09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JULIO ENRIQUE VICHE CASTILLO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b="1">
                <a:solidFill>
                  <a:schemeClr val="lt1"/>
                </a:solidFill>
              </a:rPr>
              <a:t>GABRIEL OMAR MURILLO MEDINA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GRUPO: GR09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19999" y="5301801"/>
            <a:ext cx="4318000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27/10/2026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ASIGNATURA: ARQUITECTURA DE SOFTWARE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RESTFUL EN JAVA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CONSOLA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ESCRITORIO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WEB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MÓVIL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OBJETIVO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lang="es-ES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Documentar la configuración, arquitectura, ejecución y validación del conversor de unidades. El sistema ofrece clientes de consola, escritorio, web y móvil conectados a un servicio Java de tipo 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RESTful.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Las conversiones se organizan en longitud, masa y temperatura. Cada cliente inicia con autenticación usando MONSTER / MONSTER9. Los datos se mantienen en memoria; no se utiliza base de datos.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0320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 CREACIÓN DEL SERVIDOR RESTFUL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lang="es-ES" sz="1929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Java 17 con Jersey, Grizzly y Jackson. Puerto 8080 (alterno 8085).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Contexto: /WS_CONV_UNI_RESTFULL_JAVA-1.0-SNAPSHOT/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Rutas: health, auth/login y conversor/{longitud,masa,temperatura}.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image1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3709191"/>
            <a:ext cx="3131854" cy="2179386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25" name="image1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53500" y="3716772"/>
            <a:ext cx="3480507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26" name="image15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34986" y="3724354"/>
            <a:ext cx="3249332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1.2 CONTRATO RESTFUL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lang="es-ES" sz="135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La API recibe solicitudes HTTP/JSON en el contexto configurado por ServidorRestMain.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Rutas: health, auth/login y conversor/longitud, conversor/masa, conversor/temperatura.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Responde con JSON; autentica al usuario antes de convertir.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image1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74120" y="3429000"/>
            <a:ext cx="5843760" cy="296484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43" name="image17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16342" y="3401152"/>
            <a:ext cx="2105025" cy="88582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ARQUITECTURA DEL SERVIDOR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lang="es-ES"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Jersey registra los recursos REST; Grizzly ofrece el servidor HTTP embebido y Jackson procesa JSON. Las clases de servicio centralizan la autenticación y las fórmulas de conversión.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Los catálogos se mantienen en memoria, sin acceso a base de datos.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image1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749937" y="2870106"/>
            <a:ext cx="3268557" cy="203358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660" y="21082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VERIFICACIÓN DE LA API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Base: /WS_CONV_UNI_RESTFULL_JAVA-1.0-SNAPSHOT/. Valida health y auth/login; prueba conversor/longitud, /masa y /temperatura.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Puertos: 8080 y 8085.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image1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75414" y="2817286"/>
            <a:ext cx="4441055" cy="361543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530" y="1921510"/>
            <a:ext cx="60186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image2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8100" y="4415104"/>
            <a:ext cx="2808980" cy="207069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2" name="image2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61150" y="4415104"/>
            <a:ext cx="2761232" cy="21726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3" name="image22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30934" y="4415104"/>
            <a:ext cx="2630216" cy="20089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4" name="image23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671319" y="1994161"/>
            <a:ext cx="2849245" cy="207581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5" name="image20.png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679863" y="2724790"/>
            <a:ext cx="3776665" cy="1345186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CREACIÓN DEL CLIENTE CONSOLA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Java con Maven en NetBeans. Configura el cliente HTTP para comunicarse con la API REST y separa modelo, vista y controlador.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cliente solicita las credenciales antes de mostrar las opciones de conversión.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image2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0234" y="3657435"/>
            <a:ext cx="4201160" cy="284543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24" name="image25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6506" y="3674580"/>
            <a:ext cx="4144010" cy="28282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ConversionRequest representa la magnitud, el valor y las unidades que se enviarán en el cuerpo JSON.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controlador usa RestClient para invocar la API HTTP, interpretar la respuesta JSON y presentar el resultado.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2" name="image2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100618" y="4064763"/>
            <a:ext cx="5172027" cy="177748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43" name="image28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11793" y="4064763"/>
            <a:ext cx="2955257" cy="185048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vista de consola guía el inicio de sesión y ofrece opciones para convertir longitud, masa o temperatura. Muestra mensajes de validación y el resultado con dos decimales.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image2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361215" y="2617179"/>
            <a:ext cx="4878474" cy="260924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660" y="1930400"/>
            <a:ext cx="2413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image3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143877" y="3004463"/>
            <a:ext cx="2928406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0" name="image3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227647" y="3004463"/>
            <a:ext cx="2808301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1" name="image32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11657" y="3004463"/>
            <a:ext cx="2808061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2" name="image33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3227647" y="1933668"/>
            <a:ext cx="2868295" cy="8032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1.4 CREACIÓN DEL PROYECTO – CLIENTE ESCRITORIO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Crea la aplicación Java de escritorio con Maven. La interfaz Swing consume la API REST y sigue el patrón Modelo-Vista-Controlador.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70" name="image3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44819" y="3270983"/>
            <a:ext cx="4144010" cy="28282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El cliente Swing organiza la interfaz, el estado de conversión y el consumo HTTP/JSON con el patrón MVC.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Modelo: conserva los datos de sesión y de la conversión.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Controlador: valida entradas y coordina la solicitud HTTP/JSON.</a:t>
            </a:r>
            <a:endParaRPr lang="es-EC" dirty="0"/>
          </a:p>
        </p:txBody>
      </p:sp>
      <p:pic>
        <p:nvPicPr>
          <p:cNvPr id="303" name="image35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74259" y="4377212"/>
            <a:ext cx="3666875" cy="235536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4" name="image36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925023" y="3893361"/>
            <a:ext cx="2743200" cy="4572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5" name="image37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611811" y="3836431"/>
            <a:ext cx="2476500" cy="3429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6" name="image34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5088311" y="2609850"/>
            <a:ext cx="3019425" cy="10287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vista Swing contiene las ventanas de autenticación y conversión. Los controles permiten seleccionar magnitud y unidades, ingresar el valor y consultar el resultado.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11" name="image3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99248" y="2831802"/>
            <a:ext cx="8424537" cy="332404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Inicio de sesión del cliente de escritorio. Ingresa MONSTER / MONSTER9 para acceder al conversor.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19" name="image3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192" y="2329030"/>
            <a:ext cx="5218973" cy="333666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Formulario de conversión. Selecciona la magnitud, las unidades de origen y destino, e ingresa el valor que se enviará a la API REST.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37" name="image3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31103" y="2513572"/>
            <a:ext cx="3898097" cy="311626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CREACIÓN DEL PROYECTO – CLIENTE WEB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s-ES"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cliente web usa Jetty 11 embebido en el puerto 8081. HTML y JavaScript presentan las pantallas; los Servlets gestionan la sesión y las solicitudes HTTP/JSON a la API REST.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45" name="image4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63999" y="3524211"/>
            <a:ext cx="4959666" cy="303795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46" name="image4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211356" y="3839056"/>
            <a:ext cx="2095500" cy="5619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 página conversor.html ofrece formularios para seleccionar magnitud y unidades, ingresar el valor y mostrar la respuesta. ConversionServlet comunica el cliente web con los recursos REST.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formulario envía los datos al Servlet y presenta el resultado de la conversión.</a:t>
            </a:r>
            <a:endParaRPr lang="es-EC" dirty="0"/>
          </a:p>
        </p:txBody>
      </p:sp>
      <p:pic>
        <p:nvPicPr>
          <p:cNvPr id="379" name="image4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79277" y="3132944"/>
            <a:ext cx="3959600" cy="354539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80" name="image4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41168" y="3132944"/>
            <a:ext cx="1448002" cy="90500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index.html presenta el formulario de inicio de sesión. LoginServlet valida las credenciales y habilita el acceso al conversor cuando son correctas.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87" name="image4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804070" y="2850777"/>
            <a:ext cx="4143559" cy="370870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el servidor REST y después el cliente web. Abre http://localhost:8081/ClienteWeb/ en el navegador para acceder al formulario de autenticación y las funciones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3" name="image4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35268" y="3257334"/>
            <a:ext cx="3200847" cy="308653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Acceso al cliente web. Ingresa MONSTER / MONSTER9; una sesión válida permite continuar a la pantalla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13" name="image4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03359" y="2804085"/>
            <a:ext cx="5399405" cy="27559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Selecciona longitud, masa o temperatura. Ingresa un valor y las unidades de origen y destino; el cliente envía una solicitud JSON y muestra el resultado con dos decimales.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21" name="image4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86896" y="2718547"/>
            <a:ext cx="5399405" cy="28194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CLIENTE MÓVIL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 una aplicación Android con Java y una actividad vacía. Usa HttpURLConnection y org.json para consumir la API REST.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Configura una dirección de host accesible desde el emulador o dispositivo físico.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30" name="image45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04275" y="5528800"/>
            <a:ext cx="4335775" cy="5995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31" name="image46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410937" y="4209124"/>
            <a:ext cx="3622500" cy="19178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32" name="image47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418749" y="2402189"/>
            <a:ext cx="1606875" cy="16918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Estructura del Proyecto (MVC)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aplicación separa actividades de interfaz, controladores, modelos y cliente REST. El patrón MVC organiza el inicio de sesión y el flujo de conversión.</a:t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40" name="image4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1537" y="2559253"/>
            <a:ext cx="3225165" cy="315976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Modelo: RestClient.java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Usa HttpURLConnection y org.json para enviar solicitudes HTTP y procesar respuestas JSON.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Controlador: ConversionController.java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Coordina la selección de unidades, valida los datos y solicita la conversión al recurso REST correspondiente.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49" name="image4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80331" y="3710940"/>
            <a:ext cx="3802710" cy="284836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50" name="image49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91075" y="3711388"/>
            <a:ext cx="3478914" cy="225971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LoginActivity.java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Solicita las credenciales MONSTER / MONSTER9 y dirige a la conversión tras una respuesta válida.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ConversionActivity.java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Permite elegir magnitud y unidades, ingresar el valor y consultar el resultado de la API REST.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59" name="image5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096586" y="3395466"/>
            <a:ext cx="3346888" cy="312125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60" name="image5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95071" y="3523400"/>
            <a:ext cx="3704493" cy="229025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Ejecuta primero el servidor REST. Luego inicia la aplicación en un emulador o dispositivo Android y verifica el acceso al host y al puerto del servicio (8080 o 8085).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96" name="image5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375360" y="3132224"/>
            <a:ext cx="1577205" cy="34697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97" name="image5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107289" y="3132225"/>
            <a:ext cx="1720640" cy="34697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El sistema mantiene una lógica de conversión común para las aplicaciones de consola, escritorio, web y móvil. RESTful publica recursos HTTP/JSON que los clientes Java consumen mediante solicitudes web.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autenticación se realiza antes de convertir y las unidades se organizan en tres magnitudes. La solución es SINBDD: utiliza datos en memoria y no requiere persistencia en una base de datos.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Mantén el servidor activo antes de iniciar los clientes y prueba cada recurso con valores conocidos.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Conserva sincronizados las rutas REST, los modelos JSON y las respuestas de los cuatro clientes.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Al tomar capturas para el manual, incluye el inicio de sesión, una conversión por magnitud y la ejecución del servidor. Registra la solicitud, las unidades y el resultado visible.</a:t>
            </a:r>
            <a:endParaRPr lang="es-MX" sz="1900" dirty="0"/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RESTFUL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2370</Words>
  <Application>Microsoft Office PowerPoint</Application>
  <PresentationFormat>Panorámica</PresentationFormat>
  <Paragraphs>491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Noto Sans Symbols</vt:lpstr>
      <vt:lpstr>Gill Sans</vt:lpstr>
      <vt:lpstr>Arial</vt:lpstr>
      <vt:lpstr>Calibri</vt:lpstr>
      <vt:lpstr>Cambria</vt:lpstr>
      <vt:lpstr>Dividendo</vt:lpstr>
      <vt:lpstr>MANUAL TÉCNICO RESTFUL JAVA SINBDD GR09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Técnico RESTFUL Java SINBDD GR09</dc:title>
  <dc:creator>Murillo Medina, Gabriel Omar; Viche Castillo, Julio Enrique</dc:creator>
  <cp:lastModifiedBy>Murillo Medina, Gabriel Omar; Viche Castillo, Julio Enrique</cp:lastModifiedBy>
  <cp:revision>6</cp:revision>
  <dcterms:created xsi:type="dcterms:W3CDTF">2026-10-28T05:41:41Z</dcterms:created>
  <dcterms:modified xsi:type="dcterms:W3CDTF">2026-10-28T05:41:41Z</dcterms:modified>
</cp:coreProperties>
</file>