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17 con Jersey, Grizzly y Jackson.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/WS_CONV_UNI_RESTFULL_JAVA-1.0-SNAPSHOT/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ServidorRestMain.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Jersey y modelos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Jersey registra los recursos REST; Grizzly ofrece el servidor HTTP embebido y Jackson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/WS_CONV_UNI_RESTFULL_JAVA-1.0-SNAPSHOT/.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JavaScript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/>
          <p:nvPr/>
        </p:nvSpPr>
        <p:spPr>
          <a:xfrm>
            <a:off x="4980331" y="371094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HTTP JSON del móvil">
            <a:extLst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HTTP/JSON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Java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Julio Enrique Viche Castillo / Gabriel Omar Murillo Medina</dc:creator>
  <cp:lastModifiedBy>Julio Enrique Viche Castillo / Gabriel Omar Murillo Medina</cp:lastModifiedBy>
  <cp:revision>6</cp:revision>
  <dcterms:created xsi:type="dcterms:W3CDTF">2026-10-28T05:41:41Z</dcterms:created>
  <dcterms:modified xsi:type="dcterms:W3CDTF">2026-10-28T05:41:41Z</dcterms:modified>
</cp:coreProperties>
</file>